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introduces Sahil Sen, a Frontend Developer based in Kota, India. Contact information and LinkedIn details are provided for professional communication.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details the technical skill set of Sahil Sen, covering JavaScript, TypeScript, modern frameworks like React.js and Next.js, as well as development and optimization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outlines the professional background and training experience of Sahil Sen, including roles at Tribond Infosystem Pvt. Ltd., Vikram Genuine Technology Pvt. Ltd., and Apna College.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highlights key project implementations including Airbnb, Zerodha, and ChatGPT applications, alongside academic qualifications featuring a Master of Computer Application from Manipal University, Jaipur.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Sahil Sen - Professional Profile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Candidate Overview: Sahil 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Name: Sahil Sen</a:t>
            </a:r>
          </a:p>
          <a:p>
            <a:r>
              <a:t>Role: Frontend Developer</a:t>
            </a:r>
          </a:p>
          <a:p>
            <a:r>
              <a:t>Location: Kota, India</a:t>
            </a:r>
          </a:p>
          <a:p>
            <a:r>
              <a:t>Contact: +91 -7851838193 | sahilsen193@gmail.com</a:t>
            </a:r>
          </a:p>
          <a:p>
            <a:r>
              <a:t>LinkedIn: linkedin.com/in/sahil -sen-b7a3482b9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Competencies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Languages &amp; Core: JavaScript (ES5/ES6), TypeScript, HTML5, CSS3</a:t>
            </a:r>
          </a:p>
          <a:p>
            <a:r>
              <a:t>Frameworks &amp; Libraries: React.js, Next.js, Redux &amp; Redux Toolkit</a:t>
            </a:r>
          </a:p>
          <a:p>
            <a:r>
              <a:t>APIs &amp; Data: REST APIs, AJAX, XML</a:t>
            </a:r>
          </a:p>
          <a:p>
            <a:r>
              <a:t>Engineering Practices: CI/CD, Responsive Design, Performance Optimization, Cross-browser Compatibility</a:t>
            </a:r>
          </a:p>
          <a:p>
            <a:r>
              <a:t>Tools: Git / Version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 Experience &amp;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Jr. Web Developer Intern at Tribond Infosystem Pvt. Ltd. (Jun 2026 – Sep 2026)</a:t>
            </a:r>
          </a:p>
          <a:p>
            <a:r>
              <a:t>Frontend Developer at Vikram Genuine Technology Pvt. Ltd.</a:t>
            </a:r>
          </a:p>
          <a:p>
            <a:r>
              <a:t>Full Stack Web Development Trainee at Apna College (Sep 2025 – Mar 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Projects &amp;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Projects: Airbnb (Bookings), Zerodha (Stock Trading), and ChatGPT Application</a:t>
            </a:r>
          </a:p>
          <a:p>
            <a:r>
              <a:t>Education: Master of Computer Application (MCA) from Manipal University, Jaipur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