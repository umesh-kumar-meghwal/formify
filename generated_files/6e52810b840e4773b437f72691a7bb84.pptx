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Sahil Sen, a Frontend Developer based in Kota, India, and provides his core contact and professional profile details as supported by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technical skill set of Sahil Sen, covering programming languages, frontend frameworks, API management, and engineering practices as documented in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professional experience held by Sahil Sen, including his role at Vikram Genuine Technology Pvt. Ltd. and his internship at Tribond Infosystem Pvt. Ltd.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Sahil Sen's educational background, featuring his Master of Computer Application degree from Manipal University, Jaipur, and his training experience at Apna College.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the full stack and application projects developed by Sahil Sen, which include Airbnb for bookings, Zerodha for stock trading, and a ChatGPT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Sahil Sen - Professional Profile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2FF"/>
                </a:solidFill>
                <a:latin typeface="Calibri"/>
              </a:rPr>
              <a:t>Generated by Formify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1 / 6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Introduction: Sahil 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Name: Sahil Sen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Role: Frontend Developer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Location: Kota, India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Contact: +91 -7851838193 | sahilsen193@gmail.com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LinkedIn: linkedin.com/in/sahil -sen-b7a3482b9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2 / 6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Technical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Core Languages &amp; Frameworks: JavaScript (ES5/ES6), TypeScript, React.js, Next.js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State Management &amp; APIs: Redux &amp; Redux Toolkit, REST APIs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Frontend Fundamentals: HTML5, CSS3, AJAX, XML, Responsive Design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Engineering Practices: CI/CD, Performance Optimization, Cross-browser Compatibility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Version Control: Git/Version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3 / 6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Professional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Frontend Developer at Vikram Genuine Technology Pvt. Ltd.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Jr. Web Developer Intern at Tribond Infosystem Pvt. Ltd. (Jun 2026 – Sep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4 / 6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Training &amp;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Full Stack Web Development Trainee at Apna College (Sep 2025 – Mar 2026)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Master of Computer Application (MCA) from Manipal University, Jaipur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5 / 6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3035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944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Airbnb (Bookings) Project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Zerodha (Stock Trading) Project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  •  </a:t>
            </a:r>
            <a:r>
              <a:rPr sz="1700">
                <a:solidFill>
                  <a:srgbClr val="172033"/>
                </a:solidFill>
                <a:latin typeface="Calibri"/>
              </a:rPr>
              <a:t>ChatGPT Application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Calibri"/>
              </a:rPr>
              <a:t>Formify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67085"/>
                </a:solidFill>
                <a:latin typeface="Calibri"/>
              </a:rPr>
              <a:t>6 / 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