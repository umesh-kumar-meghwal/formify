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Sahil Sen, a Frontend Developer based in Kota, India, highlighting his core technical skill set in modern web development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provides direct contact information and professional networking links for Sahil Sen, along with his spoken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technical capabilities of Sahil Sen, spanning frontend frameworks, API integration, performance optimization, and version control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professional work experience and training history of Sahil Sen across various technology firms and educational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the major software development projects completed by Sahil Sen, including full-stack and MERN stack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academic background and formal certifications earned by Sahil Sen, including his MCA degree.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Sahil Sen - Professional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F"/>
                </a:solidFill>
                <a:latin typeface="Calibri"/>
              </a:rPr>
              <a:t>Generated by Formify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and Professional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Name: Sahil Sen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Role: Frontend Developer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Location: Kota, India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Core Expertise: JavaScript, TypeScript, React.js, Next.js, and MERN stack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Contact and Professional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Phone: +91-7851838193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Email: sahilsen193@gmail.com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LinkedIn: linkedin.com/in/sahil-sen-b7a3482b9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Languages: Hindi,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Technical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Languages &amp; Frameworks: JavaScript (ES5/ES6), TypeScript, React.js, Next.js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State Management &amp; APIs: Redux &amp; Redux Toolkit, REST APIs, AJAX, XML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Web Standards: HTML5, CSS3, Responsive Design, Performance Optimization, Cross-browser Compatibility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Tools &amp; Practices: CI/CD, Git/Version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Professional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Jr. Web Developer Intern at Tribond Infosystem Pvt. Ltd. (Jun 2026 – Sep 2026)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Frontend Developer at Vikram Genuine Technology Pvt. Ltd.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Full Stack Web Development Trainee at Apna College (Sep 2025 – Mar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Airbnb (Bookings) Full Stack Web Application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Zerodha (Stock Trading) MERN Stack Application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ChatGPT Application MERN Stack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Education and Certifications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Education: Master of Computer Application (MCA) from Manipal University, Jaipur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Computer Integrated Technologies Certificate from Manipal University Jaipur (June 2025)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Delta Full Stack Web Development course from Apna College (January 2026)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 Language course from VGT Kota centre (January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