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Sahil Sen, a Frontend Developer based in Kota, India, highlighting his core technical focus in building responsive web applications using modern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provides the verified contact details, professional networking profile, and spoken languages for Sahil Sen as documented in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summarizes the technical competencies listed in the source, covering frontend frameworks, APIs, web standards, and development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the professional experience and training history, including specific roles, companies, and documented dates where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details the practical project portfolio completed by Sahil Sen, including full-stack booking and trading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final slide covers educational credentials, notes an unspecified graduation date limitation, and highlights the recommended verification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Sahil Sen - Professional Background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F"/>
                </a:solidFill>
                <a:latin typeface="Calibri"/>
              </a:rPr>
              <a:t>Generated by Formify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1 / 7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Professional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Name: Sahil Sen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Role / Focus: Frontend Developer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Location: Kota, India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Core Expertise: Responsive web applications using JavaScript, TypeScript, React.js, and Next.js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2 / 7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Contact &amp; Professional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Phone: +91 -7851838193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Email: sahilsen193@gmail.com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LinkedIn: linkedin.com/in/sahil -sen-b7a3482b9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Languages: Hindi,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3 / 7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Technical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Languages &amp; Frameworks: JavaScript (ES5/ES6), TypeScript, React.js, Next.js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State Management &amp; APIs: Redux &amp; Redux Toolkit, REST APIs, AJAX, XML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Web Standards: HTML5, CSS3, Responsive Design, Cross-browser Compatibility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Engineering Practices: CI/CD, Performance Optimization, Git / Version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4 / 7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Professional Experience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Jr. Web Developer Intern: Tribond Infosystem Pvt. Ltd. (Jun 2026 – Sep 2026)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Frontend Developer: Vikram Genuine Technology Pvt. Ltd.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Full Stack Web Development Trainee: Apna College (Sep 2025 – Mar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5 / 7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Project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Airbnb (Bookings): Full Stack Web Application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Zerodha (Stock Trading): MERN Stack Application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ChatGPT Application: Interactive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6 / 7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Education &amp; Administrative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Education: Master of Computer Application (MCA) from Manipal University, Jaipur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Limitation / Unknown: Exact graduation date for the Master of Computer Application is not specified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Recommended Action: Verify employment dates and educational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7 / 7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