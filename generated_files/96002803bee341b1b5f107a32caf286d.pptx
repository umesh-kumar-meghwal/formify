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outlines the basic access details of the source webpage, recording the exact timestamp and domain from which the information was retrieved.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summarizes the core finding from the source, noting that the accessed page is essentially blank and lacks substantive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Result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Access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 Type: Webpage</a:t>
            </a:r>
          </a:p>
          <a:p>
            <a:r>
              <a:t>Domain: about:blank</a:t>
            </a:r>
          </a:p>
          <a:p>
            <a:r>
              <a:t>Date and Time of Access: Tuesday, July 7, 2026, at 11:30:30 AM IST (Tue Jul 07 2026 11:30:30 GMT+0530)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Summary: A blank page or result view accessed on Tuesday, July 7, 2026, at 11:30:30 AM IST.</a:t>
            </a:r>
          </a:p>
          <a:p>
            <a:r>
              <a:t>Limitations and Unknowns: The source is essentially blank and contains no substantive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