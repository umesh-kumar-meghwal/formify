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introduces Harish Malav, an aspiring Data Analyst and Python Full Stack Developer based in Jaipur, Rajasthan, along with direct contact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outlines Harish Malav's professional focus and educational background, noting his ongoing B.Tech studies in Computer Science and Engineering at Modi Institute of Technology.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details the technical skill set possessed by Harish Malav, spanning data analysis, programming languages, frameworks, databases, and core web development technologies.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highlights the practical project experience completed by Harish Malav, including web applications built with Django and Flask, data dashboards built with Power BI, and a personal portfolio.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Harish Malav - Professional Profile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and Contact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Name: Harish Malav</a:t>
            </a:r>
          </a:p>
          <a:p>
            <a:r>
              <a:t>Location: Jaipur, Rajasthan</a:t>
            </a:r>
          </a:p>
          <a:p>
            <a:r>
              <a:t>Email: harishmalav2005@gmail.com</a:t>
            </a:r>
          </a:p>
          <a:p>
            <a:r>
              <a:t>Phone: +91-9875089423</a:t>
            </a:r>
          </a:p>
          <a:p>
            <a:r>
              <a:t>Domain: Data Analysis &amp; Software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Summary and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Profile: Motivated aspiring Data Analyst and Python Full Stack Developer with hands-on experience in Power BI, Python, SQL, Excel, Django, and web application development.</a:t>
            </a:r>
          </a:p>
          <a:p>
            <a:r>
              <a:t>Education: Bachelor of Technology (B.Tech) in Computer Science and Engineering from Modi Institute of Technology, Kota (2022-2026).</a:t>
            </a:r>
          </a:p>
          <a:p>
            <a:r>
              <a:t>Note: Specific GPA or grades are not provided in the source.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&amp; Analytics: Excel, Power BI, SQL</a:t>
            </a:r>
          </a:p>
          <a:p>
            <a:r>
              <a:t>Programming &amp; Frameworks: Python, Flask, Django</a:t>
            </a:r>
          </a:p>
          <a:p>
            <a:r>
              <a:t>Databases: MySQL</a:t>
            </a:r>
          </a:p>
          <a:p>
            <a:r>
              <a:t>Web Technologies: HTML, CSS, JavaScript, Bootstrap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 Rental (Django)</a:t>
            </a:r>
          </a:p>
          <a:p>
            <a:r>
              <a:t>IPL Dashboard (Power-BI)</a:t>
            </a:r>
          </a:p>
          <a:p>
            <a:r>
              <a:t>E-Commerce Sales &amp; Performance Dashboard (Power-BI)</a:t>
            </a:r>
          </a:p>
          <a:p>
            <a:r>
              <a:t>My-Portfolio</a:t>
            </a:r>
          </a:p>
          <a:p>
            <a:r>
              <a:t>Student-Fee-Management (Flask)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